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tic/assets/bg_gedung.jpg">    </p:cNvPr>
          <p:cNvPicPr>
            <a:picLocks noChangeAspect="1"/>
          </p:cNvPicPr>
          <p:nvPr/>
        </p:nvPicPr>
        <p:blipFill>
          <a:blip r:embed="rId1"/>
          <a:srcRect l="0" r="-1700000" t="0" b="-1700000"/>
          <a:stretch/>
        </p:blipFill>
        <p:spPr>
          <a:xfrm>
            <a:off x="0" y="0"/>
            <a:ext cx="82296000" cy="822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2026-04-29T04:48:52Z</dcterms:created>
  <dcterms:modified xsi:type="dcterms:W3CDTF">2026-04-29T04:48:52Z</dcterms:modified>
</cp:coreProperties>
</file>