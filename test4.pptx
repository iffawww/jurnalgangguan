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tic/assets/bg_ged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-457200"/>
            <a:ext cx="5486400" cy="605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2026-04-29T05:03:26Z</dcterms:created>
  <dcterms:modified xsi:type="dcterms:W3CDTF">2026-04-29T05:03:26Z</dcterms:modified>
</cp:coreProperties>
</file>